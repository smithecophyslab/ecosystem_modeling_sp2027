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0058400" cy="777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DFF"/>
    <a:srgbClr val="FF40FF"/>
    <a:srgbClr val="0432FF"/>
    <a:srgbClr val="FF9300"/>
    <a:srgbClr val="73FD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58"/>
    <p:restoredTop sz="94744"/>
  </p:normalViewPr>
  <p:slideViewPr>
    <p:cSldViewPr snapToGrid="0" snapToObjects="1">
      <p:cViewPr varScale="1">
        <p:scale>
          <a:sx n="105" d="100"/>
          <a:sy n="105" d="100"/>
        </p:scale>
        <p:origin x="1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E4A8-6762-294D-9276-499068167B6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64627-DBF5-AC47-AC04-2796A6E57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90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E4A8-6762-294D-9276-499068167B6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64627-DBF5-AC47-AC04-2796A6E57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8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E4A8-6762-294D-9276-499068167B6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64627-DBF5-AC47-AC04-2796A6E57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742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E4A8-6762-294D-9276-499068167B6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64627-DBF5-AC47-AC04-2796A6E57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583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E4A8-6762-294D-9276-499068167B6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64627-DBF5-AC47-AC04-2796A6E57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37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E4A8-6762-294D-9276-499068167B6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64627-DBF5-AC47-AC04-2796A6E57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20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E4A8-6762-294D-9276-499068167B6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64627-DBF5-AC47-AC04-2796A6E57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19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E4A8-6762-294D-9276-499068167B6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64627-DBF5-AC47-AC04-2796A6E57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778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E4A8-6762-294D-9276-499068167B6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64627-DBF5-AC47-AC04-2796A6E57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155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E4A8-6762-294D-9276-499068167B6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64627-DBF5-AC47-AC04-2796A6E57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91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E4A8-6762-294D-9276-499068167B6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64627-DBF5-AC47-AC04-2796A6E57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2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2E4A8-6762-294D-9276-499068167B6E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64627-DBF5-AC47-AC04-2796A6E57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0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8681D2-379A-8A4C-B72E-934109C9E0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894"/>
          <a:stretch/>
        </p:blipFill>
        <p:spPr>
          <a:xfrm>
            <a:off x="1" y="3748"/>
            <a:ext cx="10058400" cy="77686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9A1EF6-FA72-7245-B10D-683179859F1E}"/>
              </a:ext>
            </a:extLst>
          </p:cNvPr>
          <p:cNvSpPr txBox="1"/>
          <p:nvPr/>
        </p:nvSpPr>
        <p:spPr>
          <a:xfrm>
            <a:off x="-19943" y="723383"/>
            <a:ext cx="100584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Phosphate Solid" panose="02000506050000020004" pitchFamily="2" charset="77"/>
                <a:cs typeface="Phosphate Solid" panose="02000506050000020004" pitchFamily="2" charset="77"/>
              </a:rPr>
              <a:t>our world is a big puzzle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Phosphate Solid" panose="02000506050000020004" pitchFamily="2" charset="77"/>
                <a:cs typeface="Phosphate Solid" panose="02000506050000020004" pitchFamily="2" charset="77"/>
              </a:rPr>
              <a:t>Learn how to fit the pieces together </a:t>
            </a:r>
          </a:p>
          <a:p>
            <a:pPr algn="ctr"/>
            <a:endParaRPr lang="en-US" sz="3600" dirty="0">
              <a:solidFill>
                <a:schemeClr val="bg1"/>
              </a:solidFill>
              <a:latin typeface="Phosphate Solid" panose="02000506050000020004" pitchFamily="2" charset="77"/>
              <a:cs typeface="Phosphate Solid" panose="02000506050000020004" pitchFamily="2" charset="77"/>
            </a:endParaRPr>
          </a:p>
          <a:p>
            <a:pPr algn="ctr"/>
            <a:r>
              <a:rPr lang="en-US" sz="3600" dirty="0">
                <a:solidFill>
                  <a:srgbClr val="00FDFF"/>
                </a:solidFill>
                <a:latin typeface="Phosphate Solid" panose="02000506050000020004" pitchFamily="2" charset="77"/>
                <a:cs typeface="Phosphate Solid" panose="02000506050000020004" pitchFamily="2" charset="77"/>
              </a:rPr>
              <a:t>Ecosystem Modeling (BIOS 998-002)</a:t>
            </a:r>
          </a:p>
          <a:p>
            <a:pPr algn="ctr"/>
            <a:r>
              <a:rPr lang="en-US" sz="3600" dirty="0">
                <a:solidFill>
                  <a:srgbClr val="00FDFF"/>
                </a:solidFill>
                <a:latin typeface="Phosphate Solid" panose="02000506050000020004" pitchFamily="2" charset="77"/>
                <a:cs typeface="Phosphate Solid" panose="02000506050000020004" pitchFamily="2" charset="77"/>
              </a:rPr>
              <a:t>Offered Spring 2027</a:t>
            </a:r>
          </a:p>
          <a:p>
            <a:pPr algn="ctr"/>
            <a:r>
              <a:rPr lang="en-US" sz="3600" dirty="0">
                <a:solidFill>
                  <a:srgbClr val="00FDFF"/>
                </a:solidFill>
                <a:latin typeface="Phosphate Solid" panose="02000506050000020004" pitchFamily="2" charset="77"/>
                <a:cs typeface="Phosphate Solid" panose="02000506050000020004" pitchFamily="2" charset="77"/>
              </a:rPr>
              <a:t>T/Th 12:30-13:45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4EDE3618-3B5C-EA41-AA74-66E2C723B406}"/>
              </a:ext>
            </a:extLst>
          </p:cNvPr>
          <p:cNvSpPr/>
          <p:nvPr/>
        </p:nvSpPr>
        <p:spPr>
          <a:xfrm rot="5400000">
            <a:off x="1184498" y="3923950"/>
            <a:ext cx="2660204" cy="5029200"/>
          </a:xfrm>
          <a:prstGeom prst="triangle">
            <a:avLst>
              <a:gd name="adj" fmla="val 100000"/>
            </a:avLst>
          </a:prstGeom>
          <a:solidFill>
            <a:schemeClr val="bg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71" dirty="0">
              <a:solidFill>
                <a:schemeClr val="tx1"/>
              </a:solidFill>
              <a:latin typeface="Phosphate Solid" panose="02000506050000020004" pitchFamily="2" charset="77"/>
              <a:cs typeface="Phosphate Solid" panose="02000506050000020004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A8AF2A-5C0C-D940-A9AA-A4590C69BC34}"/>
              </a:ext>
            </a:extLst>
          </p:cNvPr>
          <p:cNvSpPr txBox="1"/>
          <p:nvPr/>
        </p:nvSpPr>
        <p:spPr>
          <a:xfrm>
            <a:off x="0" y="6724164"/>
            <a:ext cx="3672031" cy="10482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106" dirty="0">
                <a:latin typeface="Phosphate Solid" panose="02000506050000020004" pitchFamily="2" charset="77"/>
                <a:cs typeface="Phosphate Solid" panose="02000506050000020004" pitchFamily="2" charset="77"/>
              </a:rPr>
              <a:t>Nick Smith</a:t>
            </a:r>
          </a:p>
          <a:p>
            <a:pPr algn="ctr"/>
            <a:r>
              <a:rPr lang="en-US" sz="3106" dirty="0">
                <a:latin typeface="Phosphate Solid" panose="02000506050000020004" pitchFamily="2" charset="77"/>
                <a:cs typeface="Phosphate Solid" panose="02000506050000020004" pitchFamily="2" charset="77"/>
              </a:rPr>
              <a:t>nsmith87@unl.edu</a:t>
            </a: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44C587AF-B928-6E97-F0B5-BC9569ECF32A}"/>
              </a:ext>
            </a:extLst>
          </p:cNvPr>
          <p:cNvSpPr/>
          <p:nvPr/>
        </p:nvSpPr>
        <p:spPr>
          <a:xfrm rot="5400000">
            <a:off x="6430035" y="4135207"/>
            <a:ext cx="2036064" cy="5202298"/>
          </a:xfrm>
          <a:prstGeom prst="parallelogram">
            <a:avLst>
              <a:gd name="adj" fmla="val 21774"/>
            </a:avLst>
          </a:prstGeom>
          <a:solidFill>
            <a:schemeClr val="bg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endParaRPr lang="en-US" sz="1200" dirty="0">
              <a:solidFill>
                <a:schemeClr val="tx1"/>
              </a:solidFill>
              <a:latin typeface="Phosphate Inline" panose="02000506050000020004" pitchFamily="2" charset="77"/>
              <a:cs typeface="Phosphate Inline" panose="02000506050000020004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24EE39-CED5-65A1-8EB2-8020F8E30543}"/>
              </a:ext>
            </a:extLst>
          </p:cNvPr>
          <p:cNvSpPr txBox="1"/>
          <p:nvPr/>
        </p:nvSpPr>
        <p:spPr>
          <a:xfrm>
            <a:off x="4837733" y="5853674"/>
            <a:ext cx="245612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FF0000"/>
                </a:solidFill>
                <a:latin typeface="Phosphate Solid" panose="02000506050000020004" pitchFamily="2" charset="77"/>
                <a:cs typeface="Phosphate Solid" panose="02000506050000020004" pitchFamily="2" charset="77"/>
              </a:rPr>
              <a:t>All organisms welcome!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046FF7-157A-4208-F9B3-F0732B16D488}"/>
              </a:ext>
            </a:extLst>
          </p:cNvPr>
          <p:cNvSpPr txBox="1"/>
          <p:nvPr/>
        </p:nvSpPr>
        <p:spPr>
          <a:xfrm>
            <a:off x="7864663" y="7211603"/>
            <a:ext cx="213552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FF40FF"/>
                </a:solidFill>
                <a:latin typeface="Phosphate Solid" panose="02000506050000020004" pitchFamily="2" charset="77"/>
                <a:cs typeface="Phosphate Solid" panose="02000506050000020004" pitchFamily="2" charset="77"/>
              </a:rPr>
              <a:t>Gain </a:t>
            </a:r>
            <a:r>
              <a:rPr lang="en-US" sz="1500" dirty="0" err="1">
                <a:solidFill>
                  <a:srgbClr val="FF40FF"/>
                </a:solidFill>
                <a:latin typeface="Phosphate Solid" panose="02000506050000020004" pitchFamily="2" charset="77"/>
                <a:cs typeface="Phosphate Solid" panose="02000506050000020004" pitchFamily="2" charset="77"/>
              </a:rPr>
              <a:t>Cv</a:t>
            </a:r>
            <a:r>
              <a:rPr lang="en-US" sz="1500" dirty="0">
                <a:solidFill>
                  <a:srgbClr val="FF40FF"/>
                </a:solidFill>
                <a:latin typeface="Phosphate Solid" panose="02000506050000020004" pitchFamily="2" charset="77"/>
                <a:cs typeface="Phosphate Solid" panose="02000506050000020004" pitchFamily="2" charset="77"/>
              </a:rPr>
              <a:t>-ready skills!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DFAFDD-BA92-41C9-0097-4711B4632BA3}"/>
              </a:ext>
            </a:extLst>
          </p:cNvPr>
          <p:cNvSpPr txBox="1"/>
          <p:nvPr/>
        </p:nvSpPr>
        <p:spPr>
          <a:xfrm>
            <a:off x="5384682" y="6380184"/>
            <a:ext cx="359746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00B050"/>
                </a:solidFill>
                <a:latin typeface="Phosphate Solid" panose="02000506050000020004" pitchFamily="2" charset="77"/>
                <a:cs typeface="Phosphate Solid" panose="02000506050000020004" pitchFamily="2" charset="77"/>
              </a:rPr>
              <a:t>Simulate hypotheses for a proposal!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D6C641-5828-BF94-5ED8-D9E85848B4A3}"/>
              </a:ext>
            </a:extLst>
          </p:cNvPr>
          <p:cNvSpPr txBox="1"/>
          <p:nvPr/>
        </p:nvSpPr>
        <p:spPr>
          <a:xfrm>
            <a:off x="4992583" y="6113791"/>
            <a:ext cx="361990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FF9300"/>
                </a:solidFill>
                <a:latin typeface="Phosphate Solid" panose="02000506050000020004" pitchFamily="2" charset="77"/>
                <a:cs typeface="Phosphate Solid" panose="02000506050000020004" pitchFamily="2" charset="77"/>
              </a:rPr>
              <a:t>Collaborative &amp; hands-on Learning!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A1AA0E-5785-9AB2-4B8B-06A9C5FEDC3F}"/>
              </a:ext>
            </a:extLst>
          </p:cNvPr>
          <p:cNvSpPr txBox="1"/>
          <p:nvPr/>
        </p:nvSpPr>
        <p:spPr>
          <a:xfrm>
            <a:off x="6225603" y="6650618"/>
            <a:ext cx="306365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0432FF"/>
                </a:solidFill>
                <a:latin typeface="Phosphate Solid" panose="02000506050000020004" pitchFamily="2" charset="77"/>
                <a:cs typeface="Phosphate Solid" panose="02000506050000020004" pitchFamily="2" charset="77"/>
              </a:rPr>
              <a:t>Add a modeling thesis chapter!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78EC95-97DE-C703-133F-FA9442B8FB5A}"/>
              </a:ext>
            </a:extLst>
          </p:cNvPr>
          <p:cNvSpPr txBox="1"/>
          <p:nvPr/>
        </p:nvSpPr>
        <p:spPr>
          <a:xfrm>
            <a:off x="6789667" y="6941889"/>
            <a:ext cx="257795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7030A0"/>
                </a:solidFill>
                <a:latin typeface="Phosphate Solid" panose="02000506050000020004" pitchFamily="2" charset="77"/>
                <a:cs typeface="Phosphate Solid" panose="02000506050000020004" pitchFamily="2" charset="77"/>
              </a:rPr>
              <a:t>Become a systems thinker!</a:t>
            </a:r>
          </a:p>
        </p:txBody>
      </p:sp>
    </p:spTree>
    <p:extLst>
      <p:ext uri="{BB962C8B-B14F-4D97-AF65-F5344CB8AC3E}">
        <p14:creationId xmlns:p14="http://schemas.microsoft.com/office/powerpoint/2010/main" val="4039172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</TotalTime>
  <Words>63</Words>
  <Application>Microsoft Macintosh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Phosphate Inline</vt:lpstr>
      <vt:lpstr>Phosphate Solid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Smith, Nick</dc:creator>
  <cp:lastModifiedBy>Nick Smith</cp:lastModifiedBy>
  <cp:revision>16</cp:revision>
  <cp:lastPrinted>2019-03-19T21:55:48Z</cp:lastPrinted>
  <dcterms:created xsi:type="dcterms:W3CDTF">2018-08-29T13:30:00Z</dcterms:created>
  <dcterms:modified xsi:type="dcterms:W3CDTF">2026-10-13T18:42:24Z</dcterms:modified>
</cp:coreProperties>
</file>